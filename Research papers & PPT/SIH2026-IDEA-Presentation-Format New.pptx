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1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84482" y="1277274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63195" y="2864482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834640" y="29844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01727" y="-766213"/>
            <a:ext cx="15544800" cy="2682588"/>
            <a:chOff x="0" y="0"/>
            <a:chExt cx="20726400" cy="35767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3576784"/>
            </a:xfrm>
            <a:custGeom>
              <a:avLst/>
              <a:gdLst/>
              <a:ahLst/>
              <a:cxnLst/>
              <a:rect l="l" t="t" r="r" b="b"/>
              <a:pathLst>
                <a:path w="20726400" h="3576784">
                  <a:moveTo>
                    <a:pt x="0" y="0"/>
                  </a:moveTo>
                  <a:lnTo>
                    <a:pt x="20726400" y="0"/>
                  </a:lnTo>
                  <a:lnTo>
                    <a:pt x="20726400" y="3576784"/>
                  </a:lnTo>
                  <a:lnTo>
                    <a:pt x="0" y="3576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56" b="-7096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35958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000125"/>
            <a:ext cx="11048445" cy="906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SIH26076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Development of a personalized homepage for the 'Mausam' mobile app.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Miscellaneous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AetherX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17942" y="-375322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24" t="-20172" b="-2017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OUR SOLUTION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110705"/>
            <a:ext cx="1796590" cy="1171323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AetherX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8111658" y="1084663"/>
            <a:ext cx="9989484" cy="8392372"/>
          </a:xfrm>
          <a:custGeom>
            <a:avLst/>
            <a:gdLst/>
            <a:ahLst/>
            <a:cxnLst/>
            <a:rect l="l" t="t" r="r" b="b"/>
            <a:pathLst>
              <a:path w="9989484" h="8392372">
                <a:moveTo>
                  <a:pt x="0" y="0"/>
                </a:moveTo>
                <a:lnTo>
                  <a:pt x="9989484" y="0"/>
                </a:lnTo>
                <a:lnTo>
                  <a:pt x="9989484" y="8392371"/>
                </a:lnTo>
                <a:lnTo>
                  <a:pt x="0" y="8392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2935" y="1339178"/>
            <a:ext cx="3565904" cy="581936"/>
          </a:xfrm>
          <a:custGeom>
            <a:avLst/>
            <a:gdLst/>
            <a:ahLst/>
            <a:cxnLst/>
            <a:rect l="l" t="t" r="r" b="b"/>
            <a:pathLst>
              <a:path w="3565904" h="581936">
                <a:moveTo>
                  <a:pt x="0" y="0"/>
                </a:moveTo>
                <a:lnTo>
                  <a:pt x="3565904" y="0"/>
                </a:lnTo>
                <a:lnTo>
                  <a:pt x="3565904" y="581935"/>
                </a:lnTo>
                <a:lnTo>
                  <a:pt x="0" y="581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70172" y="1921113"/>
            <a:ext cx="4568243" cy="5818914"/>
          </a:xfrm>
          <a:custGeom>
            <a:avLst/>
            <a:gdLst/>
            <a:ahLst/>
            <a:cxnLst/>
            <a:rect l="l" t="t" r="r" b="b"/>
            <a:pathLst>
              <a:path w="4568243" h="5818914">
                <a:moveTo>
                  <a:pt x="0" y="0"/>
                </a:moveTo>
                <a:lnTo>
                  <a:pt x="4568243" y="0"/>
                </a:lnTo>
                <a:lnTo>
                  <a:pt x="4568243" y="5818914"/>
                </a:lnTo>
                <a:lnTo>
                  <a:pt x="0" y="58189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177518" y="1249101"/>
            <a:ext cx="1595036" cy="6169933"/>
          </a:xfrm>
          <a:custGeom>
            <a:avLst/>
            <a:gdLst/>
            <a:ahLst/>
            <a:cxnLst/>
            <a:rect l="l" t="t" r="r" b="b"/>
            <a:pathLst>
              <a:path w="1595036" h="6169933">
                <a:moveTo>
                  <a:pt x="0" y="0"/>
                </a:moveTo>
                <a:lnTo>
                  <a:pt x="1595037" y="0"/>
                </a:lnTo>
                <a:lnTo>
                  <a:pt x="1595037" y="6169933"/>
                </a:lnTo>
                <a:lnTo>
                  <a:pt x="0" y="6169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81" b="-681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6880" y="7706843"/>
            <a:ext cx="7965862" cy="1770191"/>
          </a:xfrm>
          <a:custGeom>
            <a:avLst/>
            <a:gdLst/>
            <a:ahLst/>
            <a:cxnLst/>
            <a:rect l="l" t="t" r="r" b="b"/>
            <a:pathLst>
              <a:path w="7965862" h="1770191">
                <a:moveTo>
                  <a:pt x="0" y="0"/>
                </a:moveTo>
                <a:lnTo>
                  <a:pt x="7965862" y="0"/>
                </a:lnTo>
                <a:lnTo>
                  <a:pt x="7965862" y="1770191"/>
                </a:lnTo>
                <a:lnTo>
                  <a:pt x="0" y="17701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0100" y="-165123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5463" y="-71437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AetherX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40000" y="2248"/>
            <a:ext cx="2922095" cy="1379757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247646" y="1177664"/>
            <a:ext cx="7255502" cy="5463847"/>
          </a:xfrm>
          <a:custGeom>
            <a:avLst/>
            <a:gdLst/>
            <a:ahLst/>
            <a:cxnLst/>
            <a:rect l="l" t="t" r="r" b="b"/>
            <a:pathLst>
              <a:path w="7255502" h="5463847">
                <a:moveTo>
                  <a:pt x="0" y="0"/>
                </a:moveTo>
                <a:lnTo>
                  <a:pt x="7255502" y="0"/>
                </a:lnTo>
                <a:lnTo>
                  <a:pt x="7255502" y="5463846"/>
                </a:lnTo>
                <a:lnTo>
                  <a:pt x="0" y="54638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93" t="-10307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503148" y="1382005"/>
            <a:ext cx="7426703" cy="4387642"/>
          </a:xfrm>
          <a:custGeom>
            <a:avLst/>
            <a:gdLst/>
            <a:ahLst/>
            <a:cxnLst/>
            <a:rect l="l" t="t" r="r" b="b"/>
            <a:pathLst>
              <a:path w="7426703" h="4387642">
                <a:moveTo>
                  <a:pt x="0" y="0"/>
                </a:moveTo>
                <a:lnTo>
                  <a:pt x="7426703" y="0"/>
                </a:lnTo>
                <a:lnTo>
                  <a:pt x="7426703" y="4387642"/>
                </a:lnTo>
                <a:lnTo>
                  <a:pt x="0" y="43876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8" t="-10323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877548" y="6716196"/>
            <a:ext cx="12932782" cy="2542104"/>
          </a:xfrm>
          <a:custGeom>
            <a:avLst/>
            <a:gdLst/>
            <a:ahLst/>
            <a:cxnLst/>
            <a:rect l="l" t="t" r="r" b="b"/>
            <a:pathLst>
              <a:path w="12932782" h="2542104">
                <a:moveTo>
                  <a:pt x="0" y="0"/>
                </a:moveTo>
                <a:lnTo>
                  <a:pt x="12932782" y="0"/>
                </a:lnTo>
                <a:lnTo>
                  <a:pt x="12932782" y="2542104"/>
                </a:lnTo>
                <a:lnTo>
                  <a:pt x="0" y="2542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810330" y="5811682"/>
            <a:ext cx="2239042" cy="3678426"/>
          </a:xfrm>
          <a:custGeom>
            <a:avLst/>
            <a:gdLst/>
            <a:ahLst/>
            <a:cxnLst/>
            <a:rect l="l" t="t" r="r" b="b"/>
            <a:pathLst>
              <a:path w="2239042" h="3678426">
                <a:moveTo>
                  <a:pt x="0" y="0"/>
                </a:moveTo>
                <a:lnTo>
                  <a:pt x="2239042" y="0"/>
                </a:lnTo>
                <a:lnTo>
                  <a:pt x="2239042" y="3678426"/>
                </a:lnTo>
                <a:lnTo>
                  <a:pt x="0" y="36784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9668" y="0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AetherX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40000" y="0"/>
            <a:ext cx="3038009" cy="1434490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483922" y="1249101"/>
            <a:ext cx="8660078" cy="5936590"/>
          </a:xfrm>
          <a:custGeom>
            <a:avLst/>
            <a:gdLst/>
            <a:ahLst/>
            <a:cxnLst/>
            <a:rect l="l" t="t" r="r" b="b"/>
            <a:pathLst>
              <a:path w="8660078" h="5936590">
                <a:moveTo>
                  <a:pt x="0" y="0"/>
                </a:moveTo>
                <a:lnTo>
                  <a:pt x="8660078" y="0"/>
                </a:lnTo>
                <a:lnTo>
                  <a:pt x="8660078" y="5936590"/>
                </a:lnTo>
                <a:lnTo>
                  <a:pt x="0" y="5936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800058" y="1434490"/>
            <a:ext cx="6293159" cy="5612189"/>
          </a:xfrm>
          <a:custGeom>
            <a:avLst/>
            <a:gdLst/>
            <a:ahLst/>
            <a:cxnLst/>
            <a:rect l="l" t="t" r="r" b="b"/>
            <a:pathLst>
              <a:path w="6293159" h="5612189">
                <a:moveTo>
                  <a:pt x="0" y="0"/>
                </a:moveTo>
                <a:lnTo>
                  <a:pt x="6293159" y="0"/>
                </a:lnTo>
                <a:lnTo>
                  <a:pt x="6293159" y="5612189"/>
                </a:lnTo>
                <a:lnTo>
                  <a:pt x="0" y="5612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02" b="-90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Freeform 20"/>
          <p:cNvSpPr/>
          <p:nvPr/>
        </p:nvSpPr>
        <p:spPr>
          <a:xfrm>
            <a:off x="1270386" y="7472107"/>
            <a:ext cx="14296515" cy="1902457"/>
          </a:xfrm>
          <a:custGeom>
            <a:avLst/>
            <a:gdLst/>
            <a:ahLst/>
            <a:cxnLst/>
            <a:rect l="l" t="t" r="r" b="b"/>
            <a:pathLst>
              <a:path w="14296515" h="1902457">
                <a:moveTo>
                  <a:pt x="0" y="0"/>
                </a:moveTo>
                <a:lnTo>
                  <a:pt x="14296515" y="0"/>
                </a:lnTo>
                <a:lnTo>
                  <a:pt x="14296515" y="1902457"/>
                </a:lnTo>
                <a:lnTo>
                  <a:pt x="0" y="1902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81" r="-1881" b="-12191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3544" y="-71437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AetherX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40000" y="0"/>
            <a:ext cx="2721079" cy="1284842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-43544" y="1177664"/>
            <a:ext cx="6327332" cy="7295801"/>
          </a:xfrm>
          <a:custGeom>
            <a:avLst/>
            <a:gdLst/>
            <a:ahLst/>
            <a:cxnLst/>
            <a:rect l="l" t="t" r="r" b="b"/>
            <a:pathLst>
              <a:path w="6327332" h="7295801">
                <a:moveTo>
                  <a:pt x="0" y="0"/>
                </a:moveTo>
                <a:lnTo>
                  <a:pt x="6327333" y="0"/>
                </a:lnTo>
                <a:lnTo>
                  <a:pt x="6327333" y="7295801"/>
                </a:lnTo>
                <a:lnTo>
                  <a:pt x="0" y="72958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147899" y="1643062"/>
            <a:ext cx="3221127" cy="6146983"/>
          </a:xfrm>
          <a:custGeom>
            <a:avLst/>
            <a:gdLst/>
            <a:ahLst/>
            <a:cxnLst/>
            <a:rect l="l" t="t" r="r" b="b"/>
            <a:pathLst>
              <a:path w="3221127" h="6146983">
                <a:moveTo>
                  <a:pt x="0" y="0"/>
                </a:moveTo>
                <a:lnTo>
                  <a:pt x="3221127" y="0"/>
                </a:lnTo>
                <a:lnTo>
                  <a:pt x="3221127" y="6146984"/>
                </a:lnTo>
                <a:lnTo>
                  <a:pt x="0" y="6146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815937" y="1177664"/>
            <a:ext cx="6443363" cy="6700241"/>
          </a:xfrm>
          <a:custGeom>
            <a:avLst/>
            <a:gdLst/>
            <a:ahLst/>
            <a:cxnLst/>
            <a:rect l="l" t="t" r="r" b="b"/>
            <a:pathLst>
              <a:path w="6443363" h="6700241">
                <a:moveTo>
                  <a:pt x="0" y="0"/>
                </a:moveTo>
                <a:lnTo>
                  <a:pt x="6443363" y="0"/>
                </a:lnTo>
                <a:lnTo>
                  <a:pt x="6443363" y="6700240"/>
                </a:lnTo>
                <a:lnTo>
                  <a:pt x="0" y="67002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877089" y="7992337"/>
            <a:ext cx="7832773" cy="1425375"/>
          </a:xfrm>
          <a:custGeom>
            <a:avLst/>
            <a:gdLst/>
            <a:ahLst/>
            <a:cxnLst/>
            <a:rect l="l" t="t" r="r" b="b"/>
            <a:pathLst>
              <a:path w="7832773" h="1425375">
                <a:moveTo>
                  <a:pt x="0" y="0"/>
                </a:moveTo>
                <a:lnTo>
                  <a:pt x="7832773" y="0"/>
                </a:lnTo>
                <a:lnTo>
                  <a:pt x="7832773" y="1425374"/>
                </a:lnTo>
                <a:lnTo>
                  <a:pt x="0" y="1425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0100" y="-465399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756" y="0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AetherX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011399" y="2248"/>
            <a:ext cx="3033503" cy="1246853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986615" y="901407"/>
            <a:ext cx="6623985" cy="7809445"/>
          </a:xfrm>
          <a:custGeom>
            <a:avLst/>
            <a:gdLst/>
            <a:ahLst/>
            <a:cxnLst/>
            <a:rect l="l" t="t" r="r" b="b"/>
            <a:pathLst>
              <a:path w="4275829" h="7564145">
                <a:moveTo>
                  <a:pt x="0" y="0"/>
                </a:moveTo>
                <a:lnTo>
                  <a:pt x="4275829" y="0"/>
                </a:lnTo>
                <a:lnTo>
                  <a:pt x="4275829" y="7564145"/>
                </a:lnTo>
                <a:lnTo>
                  <a:pt x="0" y="7564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144000" y="979486"/>
            <a:ext cx="6224932" cy="7809445"/>
          </a:xfrm>
          <a:custGeom>
            <a:avLst/>
            <a:gdLst/>
            <a:ahLst/>
            <a:cxnLst/>
            <a:rect l="l" t="t" r="r" b="b"/>
            <a:pathLst>
              <a:path w="4517476" h="7564145">
                <a:moveTo>
                  <a:pt x="0" y="0"/>
                </a:moveTo>
                <a:lnTo>
                  <a:pt x="4517476" y="0"/>
                </a:lnTo>
                <a:lnTo>
                  <a:pt x="4517476" y="7564145"/>
                </a:lnTo>
                <a:lnTo>
                  <a:pt x="0" y="7564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Freeform 20"/>
          <p:cNvSpPr/>
          <p:nvPr/>
        </p:nvSpPr>
        <p:spPr>
          <a:xfrm>
            <a:off x="4233301" y="8813246"/>
            <a:ext cx="9821399" cy="670269"/>
          </a:xfrm>
          <a:custGeom>
            <a:avLst/>
            <a:gdLst/>
            <a:ahLst/>
            <a:cxnLst/>
            <a:rect l="l" t="t" r="r" b="b"/>
            <a:pathLst>
              <a:path w="9821399" h="670269">
                <a:moveTo>
                  <a:pt x="0" y="0"/>
                </a:moveTo>
                <a:lnTo>
                  <a:pt x="9821398" y="0"/>
                </a:lnTo>
                <a:lnTo>
                  <a:pt x="9821398" y="670270"/>
                </a:lnTo>
                <a:lnTo>
                  <a:pt x="0" y="670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02" t="-10724" b="-119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105</Words>
  <Application>Microsoft Office PowerPoint</Application>
  <PresentationFormat>Custom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Arimo</vt:lpstr>
      <vt:lpstr>Arial Bold</vt:lpstr>
      <vt:lpstr>Calibri</vt:lpstr>
      <vt:lpstr>Arimo Bold</vt:lpstr>
      <vt:lpstr>Times New Roman Bold</vt:lpstr>
      <vt:lpstr>Arial</vt:lpstr>
      <vt:lpstr>Calibri (MS)</vt:lpstr>
      <vt:lpstr>Garamond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Mathumitha B</dc:creator>
  <cp:lastModifiedBy>Mathu mitha</cp:lastModifiedBy>
  <cp:revision>2</cp:revision>
  <dcterms:created xsi:type="dcterms:W3CDTF">2006-08-16T00:00:00Z</dcterms:created>
  <dcterms:modified xsi:type="dcterms:W3CDTF">2026-08-25T07:49:34Z</dcterms:modified>
  <dc:identifier>DAHTLYjXfDw</dc:identifier>
</cp:coreProperties>
</file>